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HARNESS ENGINEERING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1F2A37"/>
                </a:solidFill>
                <a:latin typeface="맑은 고딕"/>
              </a:rPr>
              <a:t>하네스 엔지니어링</a:t>
            </a:r>
          </a:p>
          <a:p>
            <a:pPr algn="l"/>
            <a:r>
              <a:rPr sz="5200" b="1">
                <a:solidFill>
                  <a:srgbClr val="1F2A37"/>
                </a:solidFill>
                <a:latin typeface="맑은 고딕"/>
              </a:rPr>
              <a:t>템플릿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맑은 고딕"/>
              </a:rPr>
              <a:t>Claude Code 멀티 에이전트 프로젝트를 위한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맑은 고딕"/>
              </a:rPr>
              <a:t>재사용 가능한 하네스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바탕: main 브랜치 · harness-template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89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발표 자료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하네스 엔지니어링이란?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맑은 고딕"/>
              </a:rPr>
              <a:t>에이전트가 아니라, 에이전트를 둘러싼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맑은 고딕"/>
              </a:rPr>
              <a:t>하네스(Harness)는 AI 에이전트가 장시간 안정적으로 작동할 수 있도록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맑은 고딕"/>
              </a:rPr>
              <a:t>주변에 구축하는 환경·규칙·도구의 총체다.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66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3840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587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맑은 고딕"/>
              </a:rPr>
              <a:t>컨텍스트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claude-progress.txt로 세션 간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인계를 표준화해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컨텍스트 소실을 막는다.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66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8587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맑은 고딕"/>
              </a:rPr>
              <a:t>품질 게이트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805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QA 에이전트의 passes: true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권한 독점 + 훅으로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무단 우회를 차단한다.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566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3840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8587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맑은 고딕"/>
              </a:rPr>
              <a:t>협업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805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.claude/ 폴더를 git으로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공유해 팀원이 동일한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환경에서 즉시 작업한다.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PROBLEM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이 템플릿이 해결하는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5303520" cy="566928"/>
          </a:xfrm>
          <a:prstGeom prst="rect">
            <a:avLst/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5285232" cy="566928"/>
          </a:xfrm>
          <a:prstGeom prst="rect">
            <a:avLst/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4F5F"/>
                </a:solidFill>
                <a:latin typeface="맑은 고딕"/>
              </a:rPr>
              <a:t> 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0992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9F6E"/>
                </a:solidFill>
                <a:latin typeface="맑은 고딕"/>
              </a:rPr>
              <a:t>  해결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67128"/>
            <a:ext cx="10634472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새 세션마다 이전 맥락을 잃어버림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042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claude-progress.txt로 세션 간 인계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34056"/>
            <a:ext cx="10634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712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에이전트가 여러 기능을 한꺼번에 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712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한 번에 Feature 하나 규칙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00984"/>
            <a:ext cx="10634472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기능이 반쯤 구현된 채 방치됨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381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/project:handoff로 clean state 유지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67912"/>
            <a:ext cx="10634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05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테스트 없이 완료 선언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050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QA 에이전트 필수 통과 게이트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34840"/>
            <a:ext cx="10634472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매 프로젝트마다 처음부터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이 템플릿을 복사해서 즉시 시작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001768"/>
            <a:ext cx="10634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1389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팀원과 설정 공유가 어려움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38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.claude/ 폴더를 git에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WORKFLOW · 4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전체 워크플로우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최초 1회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/project:init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요구사항 수집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feature_list.json 자동 생성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초기 git 커밋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93008" y="3657600"/>
            <a:ext cx="109728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02736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2736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매 세션 시작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8496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1336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/project:start-session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365760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이전 인계 확인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다음 Feature 선택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status: in-progress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318504" y="3657600"/>
            <a:ext cx="109728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28232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8232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기능 개발 사이클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3992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Architect → Developer →</a:t>
            </a:r>
          </a:p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Reviewer → 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384048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설계 → 구현 + 테스트 →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리뷰 → E2E 검증 →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passes: true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44000" y="3657600"/>
            <a:ext cx="109728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53728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53728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매 세션 종료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19488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82328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/project:handoff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82328" y="365760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테스트·린트 확인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커밋 + 인계 기록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clean state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DIRECTORY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파일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10634472" cy="4754880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10268712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project-root/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│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CLAUDE.md                 ← Claude Code가 항상 읽는 루트 가이드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claude-progress.txt       ← 세션 간 인계 파일 (자동 관리)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feature_list.json         ← 기능 목록 + 진행 상태 (자동 관리)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init.sh                   ← 세션 시작 환경 점검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│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└── .claude/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settings.json         ← 훅 설정 (Claude Code 공식 위치)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agents/               ← 전문 에이전트 5개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planner.md · architect.md · developer.md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reviewer.md · qa.md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commands/             ← 슬래시 커맨드 4개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init-project.md · start-session.md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handoff.md · status.md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hooks/                ← 자동 안전장치 4개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pre-bash-check.sh · pre-write-check.sh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post-write-check.sh · session-end.sh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skills/               ← 에이전트용 참조 스킬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└── planning · coding · testing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└── rules/                ← 팀 규칙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    └── coding-standards.md · git-conventions.md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AGENTS · .claude/agents/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5개 전문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8308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3794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562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72821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요구사항 분석 · feature_list.json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391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7282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476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프로젝트 초기,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기능 추가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42032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272491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77977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9806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Opus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6700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시스템 설계 · ADR 작성 · 기술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809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889504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DB/API/보안 관련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기능 시작 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83864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3666744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2160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7398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6118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코드 구현 · 단위 테스트 · 브랜치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92277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83133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실제 구현 단계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425696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4608576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6634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Reviewer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68172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553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코드 리뷰 · MUST/SHOULD/CONSIDER 분류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86460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5537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7731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구현 완료 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367528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0120" y="5550408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60527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623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54955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E2E 검증 · passes: true 권한 독점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4955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57150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리뷰 APPROVED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이후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PHASE 3 · FEATURE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기능 개발 사이클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4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1965960" cy="50292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조건부</a:t>
            </a:r>
          </a:p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설계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61488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9232" y="2194560"/>
            <a:ext cx="1965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구현 +</a:t>
            </a:r>
          </a:p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단위 테스트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3480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1224" y="2194560"/>
            <a:ext cx="1965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1224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코드 리뷰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05472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43216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2194560"/>
            <a:ext cx="1965960" cy="5029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E2E 검증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27464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65208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65208" y="2194560"/>
            <a:ext cx="19659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5208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passes: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72000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맑은 고딕"/>
              </a:rPr>
              <a:t>Feature 상태 전환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83480"/>
            <a:ext cx="10634472" cy="8229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66360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D2Coding, Consolas, Menlo"/>
              </a:rPr>
              <a:t>  todo  →  in-progress  →  review  →  qa  →  done   (passes: true)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예외: review → in-progress (NEEDS REVISION) · * → cancelled (기능 취소)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COMMANDS · .claude/commands/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슬래시 커맨드 4개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8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프로젝트 최초 셋업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Planner 에이전트가 요구사항 수집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feature_list.json · CLAUDE.md · init.sh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초기 git 커밋까지 자동 진행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/project:start-session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세션 시작 루틴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claude-progress.txt → git log →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feature_list.json → bash init.sh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다음 Feature 선택 + status 전환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세션 종료 인계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테스트·린트 확인 → 커밋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status 업데이트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claude-progress.txt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진행 상황 대시보드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전체 진행률 + 우선순위 요약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미완료 기능 목록 (status 아이콘)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최근 커밋 10개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HOOKS · .claude/hooks/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자동 안전장치 — Hooks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pre-bash-check.sh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PreToolUse · 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rm -rf /, DROP TABLE, git push --force,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curl | bash, main 직접 커밋 등을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정규식으로 사전 차단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70632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70632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pre-write-check.sh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PreToolUse · Write|Edit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53512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.claude/settings.json, .gitignore 등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하네스 핵심 파일 수정 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의도적 변경 여부 경고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41064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41064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965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post-write-check.sh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439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PostToolUse · Write|Edit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23944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feature_list.json 항목 삭제 차단,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passes 되돌리기 차단,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status 역행·기준 약화 감지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11496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11496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669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session-end.sh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144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Stop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294376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세션 종료 시 미커밋 변경사항 탐지,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/project:handoff 안내로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clean state 강제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feature_list.json 관리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52120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{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"id": "F002",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"category": "functional",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"priority": "critical",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"title": "사용자 로그인",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"description": "사용자가 이메일/비밀번호로 로그인하면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              JWT 토큰을 받는다",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"acceptance_criteria": [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"올바른 자격증명 → 200 + JWT",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"잘못된 비밀번호 → 401",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"존재하지 않는 이메일 → 404"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],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"dependencies": ["F001"],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"estimated_sessions": 2,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"status": "todo",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"passes": false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28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필드별 변경 권한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0312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103120"/>
            <a:ext cx="91440" cy="86868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19456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passes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4871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9F6E"/>
                </a:solidFill>
                <a:latin typeface="맑은 고딕"/>
              </a:rPr>
              <a:t>QA 에이전트만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9748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false → true만. 되돌리기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06324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9144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15468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47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각 에이전트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65760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todo→in-progress→review→qa→done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2336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4023360"/>
            <a:ext cx="91440" cy="8686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11480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acceptance_criteria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074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  <a:latin typeface="맑은 고딕"/>
              </a:rPr>
              <a:t>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177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기준 약화 방향 변경 금지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98348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4983480"/>
            <a:ext cx="91440" cy="8686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07492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항목 삭제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3675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  <a:latin typeface="맑은 고딕"/>
              </a:rPr>
              <a:t>누구도 불가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57784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취소는 status: "cancelled"로만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DECISION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주요 의사결정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🏗️  Architect 호출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다음 중 하나라도 해당 시 Developer 이전에 호출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919548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새 DB 테이블/스키마가 필요한 기능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358460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새 외부 API 연동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797372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12464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기존 모듈 간 의존성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236284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51376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3개 이상 파일에 걸친 구조적 변경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4675196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90288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보안/인증 관련 기능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00200"/>
            <a:ext cx="5056632" cy="4754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🔍  Reviewer 피드백 분류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33172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4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0" y="2496312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53288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4963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맑은 고딕"/>
              </a:rPr>
              <a:t>반드시 수정해야 하는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7889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테스트 존재·보안 취약점·에러 처리 누락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52044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0" y="3685032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72160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SHOULD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6850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맑은 고딕"/>
              </a:rPr>
              <a:t>강력히 권장되는 항목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9776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docstring·SRP·DRY·명명 규칙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70916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75120" y="4873752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91032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CONSIDER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8737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맑은 고딕"/>
              </a:rPr>
              <a:t>개선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1663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성능 최적화·확장성·로깅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팀원 온보딩 (3분 셋업)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56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템플릿 복사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945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cp -r harness-template/ my-project/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90088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990088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실행 권한 + git 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4930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chmod +x .claude/hooks/*.sh init.sh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git init &amp;&amp; git add . &amp;&amp; git commit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88536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88536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4531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/project:init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791456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Planner가 요구사항 수집 →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CLAUDE.md · feature_list.json · init.sh 자동 작성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586984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586984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4301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7515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개발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6089904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/project:start-session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→ 다음 Feature 선택 + in-progress 전환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CHEATSHEET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핵심 명령어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10634472" cy="594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명령어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56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56232"/>
            <a:ext cx="3730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무엇을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10634472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60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프로젝트 처음 시작 시 1회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5603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요구사항 수집 → 환경 자동 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00400"/>
            <a:ext cx="106344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/project:start-session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74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Claude Code 열 때마다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747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이전 인계 확인 + 다음 Feature 선택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14800"/>
            <a:ext cx="10634472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세션 끝낼 때마다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891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커밋 + 인계 기록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5303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진행 상황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3035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전체 진행률 + 미완료 목록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2A37"/>
                </a:solidFill>
                <a:latin typeface="맑은 고딕"/>
              </a:rPr>
              <a:t>하네스는 에이전트가 아니라,</a:t>
            </a:r>
          </a:p>
          <a:p>
            <a:pPr algn="l"/>
            <a:r>
              <a:rPr sz="3600" b="1">
                <a:solidFill>
                  <a:srgbClr val="1F2A37"/>
                </a:solidFill>
                <a:latin typeface="맑은 고딕"/>
              </a:rPr>
              <a:t>에이전트를 둘러싼 시스템이다.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9768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4526280"/>
            <a:ext cx="36576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6634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컨텍스트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749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claude-progress.txt로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세션 간 인계 표준화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9768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4526280"/>
            <a:ext cx="36576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6634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품질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749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QA 에이전트 passes 독점 +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훅으로 무단 우회 차단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29768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526280"/>
            <a:ext cx="36576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재사용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0749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템플릿 복사만으로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즉시 시작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093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280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
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0" r:id="rId21"/>
    <p:sldId id="271" r:id="rId22"/>
    <p:sldId id="272" r:id="rId23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</a:rPr>
              <a:t>HARNESS ENGINEERING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1F2A37"/>
                </a:solidFill>
                <a:latin typeface="맑은 고딕"/>
              </a:rPr>
              <a:t>하네스 엔지니어링</a:t>
            </a:r>
          </a:p>
          <a:p>
            <a:pPr algn="l"/>
            <a:r>
              <a:rPr sz="5200" b="1">
                <a:solidFill>
                  <a:srgbClr val="1F2A37"/>
                </a:solidFill>
                <a:latin typeface="맑은 고딕"/>
              </a:rPr>
              <a:t>템플릿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맑은 고딕"/>
              </a:rPr>
              <a:t>Claude Code 멀티 에이전트 프로젝트를 위한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690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280"/>
                </a:solidFill>
                <a:latin typeface="맑은 고딕"/>
              </a:rPr>
              <a:t>재사용 가능한 하네스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맑은 고딕"/>
              </a:rPr>
              <a:t>바탕: harness_gstack 브랜치 · Phase 1·2·3 (gstack 기반 업그레이드)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989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발표 자료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하네스 엔지니어링이란?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2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  <a:latin typeface="맑은 고딕"/>
              </a:rPr>
              <a:t>에이전트가 아니라, 에이전트를 둘러싼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F2A37"/>
                </a:solidFill>
                <a:latin typeface="맑은 고딕"/>
              </a:rPr>
              <a:t>하네스(Harness)는 AI 에이전트가 장시간 안정적으로 작동할 수 있도록</a:t>
            </a:r>
          </a:p>
          <a:p>
            <a:pPr algn="l"/>
            <a:r>
              <a:rPr sz="1600" b="0">
                <a:solidFill>
                  <a:srgbClr val="1F2A37"/>
                </a:solidFill>
                <a:latin typeface="맑은 고딕"/>
              </a:rPr>
              <a:t>주변에 구축하는 환경·규칙·도구의 총체다.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6616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384048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5876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40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맑은 고딕"/>
              </a:rPr>
              <a:t>컨텍스트 보존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claude-progress.txt로 세션 간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인계를 표준화해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컨텍스트 소실을 막는다.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56616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384048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85876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840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맑은 고딕"/>
              </a:rPr>
              <a:t>품질 게이트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48056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QA 에이전트의 passes: true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권한 독점 + 훅으로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무단 우회를 차단한다.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56616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58200" y="3840480"/>
            <a:ext cx="411480" cy="4114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385876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8404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맑은 고딕"/>
              </a:rPr>
              <a:t>협업 가능성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48056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.claude/ 폴더를 git으로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공유해 팀원이 동일한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환경에서 즉시 작업한다.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PROBLEM /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이 템플릿이 해결하는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3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5303520" cy="566928"/>
          </a:xfrm>
          <a:prstGeom prst="rect">
            <a:avLst/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00200"/>
            <a:ext cx="5285232" cy="566928"/>
          </a:xfrm>
          <a:prstGeom prst="rect">
            <a:avLst/>
          </a:prstGeom>
          <a:solidFill>
            <a:srgbClr val="E7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0992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04F5F"/>
                </a:solidFill>
                <a:latin typeface="맑은 고딕"/>
              </a:rPr>
              <a:t>  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09928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9F6E"/>
                </a:solidFill>
                <a:latin typeface="맑은 고딕"/>
              </a:rPr>
              <a:t>  해결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67128"/>
            <a:ext cx="10634472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새 세션마다 이전 맥락을 잃어버림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042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→  claude-progress.txt로 세션 간 인계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734056"/>
            <a:ext cx="10634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7121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에이전트가 여러 기능을 한꺼번에 시도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7121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→  한 번에 Feature 하나 규칙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00984"/>
            <a:ext cx="10634472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3814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기능이 반쯤 구현된 채 방치됨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3814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→  /project:handoff로 clean state 유지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867912"/>
            <a:ext cx="10634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050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테스트 없이 완료 선언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0507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→  QA 에이전트 필수 통과 게이트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434840"/>
            <a:ext cx="10634472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572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매 프로젝트마다 처음부터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572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→  이 템플릿을 복사해서 즉시 시작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001768"/>
            <a:ext cx="10634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13892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팀원과 설정 공유가 어려움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13892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→  .claude/ 폴더를 git에 포함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WORKFLOW · 4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전체 워크플로우 한눈에 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4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271576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2715768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73352"/>
            <a:ext cx="2715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맑은 고딕"/>
              </a:rPr>
              <a:t>최초 1회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697480"/>
            <a:ext cx="198424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34640"/>
            <a:ext cx="22585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D2Coding, Consolas, Menlo"/>
              </a:rPr>
              <a:t>/project:init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22585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요구사항 수집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feature_list.json 자동 생성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초기 git 커밋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493008" y="3657600"/>
            <a:ext cx="109728" cy="36576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02736" y="1600200"/>
            <a:ext cx="271576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2736" y="1600200"/>
            <a:ext cx="2715768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1673352"/>
            <a:ext cx="2715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1336" y="228600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맑은 고딕"/>
              </a:rPr>
              <a:t>매 세션 시작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8496" y="2697480"/>
            <a:ext cx="198424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31336" y="2834640"/>
            <a:ext cx="22585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D2Coding, Consolas, Menlo"/>
              </a:rPr>
              <a:t>/project:start-session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31336" y="3657600"/>
            <a:ext cx="22585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이전 인계 확인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다음 Feature 선택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status: in-progress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318504" y="3657600"/>
            <a:ext cx="109728" cy="36576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28232" y="1600200"/>
            <a:ext cx="271576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28232" y="1600200"/>
            <a:ext cx="2715768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1673352"/>
            <a:ext cx="2715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228600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맑은 고딕"/>
              </a:rPr>
              <a:t>기능 개발 사이클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93992" y="2697480"/>
            <a:ext cx="198424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2834640"/>
            <a:ext cx="22585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D2Coding, Consolas, Menlo"/>
              </a:rPr>
              <a:t>Architect → Developer →</a:t>
            </a:r>
          </a:p>
          <a:p>
            <a:pPr algn="ctr"/>
            <a:r>
              <a:rPr sz="1200" b="1">
                <a:solidFill>
                  <a:srgbClr val="1F4E79"/>
                </a:solidFill>
                <a:latin typeface="D2Coding, Consolas, Menlo"/>
              </a:rPr>
              <a:t>Reviewer → QA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3840480"/>
            <a:ext cx="22585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설계 → 구현 + 테스트 →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리뷰 → E2E 검증 →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passes: true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144000" y="3657600"/>
            <a:ext cx="109728" cy="36576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53728" y="1600200"/>
            <a:ext cx="2715768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53728" y="1600200"/>
            <a:ext cx="2715768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53728" y="1673352"/>
            <a:ext cx="2715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PHASE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2328" y="228600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맑은 고딕"/>
              </a:rPr>
              <a:t>매 세션 종료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19488" y="2697480"/>
            <a:ext cx="1984248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82328" y="2834640"/>
            <a:ext cx="22585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D2Coding, Consolas, Menlo"/>
              </a:rPr>
              <a:t>/project:handoff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82328" y="3657600"/>
            <a:ext cx="2258568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테스트·린트 확인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커밋 + 인계 기록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맑은 고딕"/>
              </a:rPr>
              <a:t>clean state 유지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DIRECTORY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파일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5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10634472" cy="4754880"/>
          </a:xfrm>
          <a:prstGeom prst="roundRect">
            <a:avLst>
              <a:gd name="adj" fmla="val 8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10268712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project-root/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│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├── CLAUDE.md                 ← Claude Code가 항상 읽는 루트 가이드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├── claude-progress.txt       ← 세션 간 인계 파일 (자동 관리)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├── feature_list.json         ← 기능 목록 + 진행 상태 (자동 관리)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├── init.sh                   ← 세션 시작 환경 점검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│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└── .claude/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├── settings.json         ← 훅 설정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├── agents/               ← 전문 에이전트 5개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├── commands/             ← 슬래시 커맨드 17개 (기본 4 + Phase 1·2·3 = 13)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├── 기본 4: init-project · start-session · handoff · status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├── Phase 1 (6): freeze · unfreeze · guard · learn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│                context-save · context-restore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├── Phase 2 (3): plan-full · ship · retro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└── Phase 3 (4): brain-sync · brain-search · brain-stats · brain-list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├── hooks/                ← 자동 안전장치 5개 (pre-edit-freeze-check 추가)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├── bin/                  ← 헬퍼 스크립트  (Phase 3)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└── brain.py          ← SQLite 기반 cross-project 지식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├── state/                ← 프로젝트 로컬 상태 (Phase 1·2)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├── learnings.jsonl · analytics.jsonl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│   ├── checkpoints/*.md  · freeze-dir.txt (gitignore)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├── skills/               ← planning · coding · testing</a:t>
            </a:r>
          </a:p>
          <a:p>
            <a:pPr algn="l"/>
            <a:r>
              <a:rPr sz="1200">
                <a:solidFill>
                  <a:srgbClr val="E5E7EB"/>
                </a:solidFill>
                <a:latin typeface="D2Coding, Consolas, Menlo"/>
              </a:rPr>
              <a:t>    └── rules/                ← coding-standards · git-conventions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AGENTS · .claude/agents/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5개 전문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6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1063447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83080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3794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85623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</a:rPr>
              <a:t>Sonnet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72821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맑은 고딕"/>
              </a:rPr>
              <a:t>요구사항 분석 · feature_list.json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0391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핵심 책임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72821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호출 시점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4767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프로젝트 초기,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기능 추가 요청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542032"/>
            <a:ext cx="1063447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2724912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779776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798064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</a:rPr>
              <a:t>Opus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67004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맑은 고딕"/>
              </a:rPr>
              <a:t>시스템 설계 · ADR 작성 · 기술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9809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핵심 책임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67004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호출 시점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889504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DB/API/보안 관련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기능 시작 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483864"/>
            <a:ext cx="1063447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" y="3666744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721608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Developer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73989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</a:rPr>
              <a:t>Sonnet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6118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맑은 고딕"/>
              </a:rPr>
              <a:t>코드 구현 · 단위 테스트 · 브랜치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392277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핵심 책임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6118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호출 시점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831336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실제 구현 단계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425696"/>
            <a:ext cx="1063447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0120" y="4608576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466344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Reviewer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468172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</a:rPr>
              <a:t>Sonnet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45537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맑은 고딕"/>
              </a:rPr>
              <a:t>코드 리뷰 · MUST/SHOULD/CONSIDER 분류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486460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핵심 책임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55371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호출 시점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477316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구현 완료 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367528"/>
            <a:ext cx="1063447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60120" y="5550408"/>
            <a:ext cx="1463040" cy="502920"/>
          </a:xfrm>
          <a:prstGeom prst="roundRect">
            <a:avLst>
              <a:gd name="adj" fmla="val 8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60527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QA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06040" y="56235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</a:rPr>
              <a:t>Sonnet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549554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맑은 고딕"/>
              </a:rPr>
              <a:t>E2E 검증 · passes: true 권한 독점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5806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핵심 책임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54955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호출 시점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57150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리뷰 APPROVED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이후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PHASE 3 · FEATURE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기능 개발 사이클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7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945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4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94560"/>
            <a:ext cx="1965960" cy="50292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조건부</a:t>
            </a:r>
          </a:p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설계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61488" y="3063240"/>
            <a:ext cx="201168" cy="274320"/>
          </a:xfrm>
          <a:prstGeom prst="rightArrow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99232" y="21945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99232" y="2194560"/>
            <a:ext cx="196596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2286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29260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구현 +</a:t>
            </a:r>
          </a:p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단위 테스트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83480" y="3063240"/>
            <a:ext cx="201168" cy="274320"/>
          </a:xfrm>
          <a:prstGeom prst="rightArrow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1945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21224" y="2194560"/>
            <a:ext cx="196596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21224" y="2286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Reviewer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29260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코드 리뷰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05472" y="3063240"/>
            <a:ext cx="201168" cy="274320"/>
          </a:xfrm>
          <a:prstGeom prst="rightArrow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43216" y="21945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43216" y="2194560"/>
            <a:ext cx="1965960" cy="50292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3216" y="2286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29260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E2E 검증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27464" y="3063240"/>
            <a:ext cx="201168" cy="274320"/>
          </a:xfrm>
          <a:prstGeom prst="rightArrow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65208" y="2194560"/>
            <a:ext cx="1965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65208" y="2194560"/>
            <a:ext cx="196596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5208" y="2286000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DONE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926080"/>
            <a:ext cx="1600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F2A37"/>
                </a:solidFill>
                <a:latin typeface="맑은 고딕"/>
              </a:rPr>
              <a:t>passes: 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572000"/>
            <a:ext cx="10634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맑은 고딕"/>
              </a:rPr>
              <a:t>Feature 상태 전환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983480"/>
            <a:ext cx="10634472" cy="8229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166360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F2A37"/>
                </a:solidFill>
                <a:latin typeface="D2Coding, Consolas, Menlo"/>
              </a:rPr>
              <a:t>  todo  →  in-progress  →  review  →  qa  →  done   (passes: true)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035040"/>
            <a:ext cx="10634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맑은 고딕"/>
              </a:rPr>
              <a:t>예외: review → in-progress (NEEDS REVISION) · * → cancelled (기능 취소)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COMMANDS · .claude/commands/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기본 슬래시 커맨드 4개  +  Phase 1·2·3 업그레이드 13개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8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/project:init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프로젝트 최초 셋업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4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Planner 에이전트가 요구사항 수집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feature_list.json · CLAUDE.md · init.sh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초기 git 커밋까지 자동 진행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60020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78308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/project:start-session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945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세션 시작 루틴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0604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claude-progress.txt → git log →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feature_list.json → bash init.sh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다음 Feature 선택 + status 전환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6908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6908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519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/project:handoff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6344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세션 종료 인계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7492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테스트·린트 확인 → 커밋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status 업데이트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claude-progress.txt 기록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06908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06908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2519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66344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진행 상황 대시보드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7492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전체 진행률 + 우선순위 요약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미완료 기능 목록 (status 아이콘)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최근 커밋 10개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HOOKS · .claude/hooks/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자동 안전장치 — Hooks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12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137160" cy="1097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7556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D2Coding, Consolas, Menlo"/>
              </a:rPr>
              <a:t>pre-bash-check.sh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031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PreToolUse · 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78308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rm -rf /, DROP TABLE, git push --force,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curl | bash, main 직접 커밋 등을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정규식으로 사전 차단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70632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70632"/>
            <a:ext cx="137160" cy="1097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D2Coding, Consolas, Menlo"/>
              </a:rPr>
              <a:t>pre-write-check.sh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27355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PreToolUse · Write|Edit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53512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.claude/settings.json, .gitignore 등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하네스 핵심 파일 수정 시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의도적 변경 여부 경고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41064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41064"/>
            <a:ext cx="137160" cy="1097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09651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D2Coding, Consolas, Menlo"/>
              </a:rPr>
              <a:t>post-write-check.sh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4398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PostToolUse · Write|Edit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123944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feature_list.json 항목 삭제 차단,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passes 되돌리기 차단,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status 역행·기준 약화 감지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111496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11496"/>
            <a:ext cx="137160" cy="10972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26694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D2Coding, Consolas, Menlo"/>
              </a:rPr>
              <a:t>session-end.sh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61441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Stop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294376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세션 종료 시 미커밋 변경사항 탐지,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/project:handoff 안내로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clean state 강제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DATA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feature_list.json 관리 규칙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13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577840" cy="4754880"/>
          </a:xfrm>
          <a:prstGeom prst="roundRect">
            <a:avLst>
              <a:gd name="adj" fmla="val 8000"/>
            </a:avLst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52120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{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"id": "F002",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"category": "functional",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"priority": "critical",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"title": "사용자 로그인",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"description": "사용자가 이메일/비밀번호로 로그인하면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                JWT 토큰을 받는다",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"acceptance_criteria": [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  "올바른 자격증명 → 200 + JWT",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  "잘못된 비밀번호 → 401",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  "존재하지 않는 이메일 → 404"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],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"dependencies": ["F001"],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"estimated_sessions": 2,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"status": "todo",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  "passes": false</a:t>
            </a:r>
          </a:p>
          <a:p>
            <a:pPr algn="l"/>
            <a:r>
              <a:rPr sz="1100">
                <a:solidFill>
                  <a:srgbClr val="E5E7EB"/>
                </a:solidFill>
                <a:latin typeface="D2Coding, Consolas, 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828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</a:rPr>
              <a:t>필드별 변경 권한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103120"/>
            <a:ext cx="4828032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103120"/>
            <a:ext cx="91440" cy="868680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2194560"/>
            <a:ext cx="4462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D2Coding, Consolas, Menlo"/>
              </a:rPr>
              <a:t>passes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4871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9F6E"/>
                </a:solidFill>
                <a:latin typeface="맑은 고딕"/>
              </a:rPr>
              <a:t>QA 에이전트만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69748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false → true만. 되돌리기 금지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063240"/>
            <a:ext cx="4828032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0" y="3063240"/>
            <a:ext cx="9144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3154680"/>
            <a:ext cx="4462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D2Coding, Consolas, Menlo"/>
              </a:rPr>
              <a:t>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4472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각 에이전트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65760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todo→in-progress→review→qa→done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023360"/>
            <a:ext cx="4828032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4023360"/>
            <a:ext cx="91440" cy="8686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114800"/>
            <a:ext cx="4462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D2Coding, Consolas, Menlo"/>
              </a:rPr>
              <a:t>acceptance_criteria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4074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4F5F"/>
                </a:solidFill>
                <a:latin typeface="맑은 고딕"/>
              </a:rPr>
              <a:t>Planner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61772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기준 약화 방향 변경 금지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983480"/>
            <a:ext cx="4828032" cy="8686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4983480"/>
            <a:ext cx="91440" cy="86868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5074920"/>
            <a:ext cx="4462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37"/>
                </a:solidFill>
                <a:latin typeface="D2Coding, Consolas, Menlo"/>
              </a:rPr>
              <a:t>항목 삭제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36752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04F5F"/>
                </a:solidFill>
                <a:latin typeface="맑은 고딕"/>
              </a:rPr>
              <a:t>누구도 불가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5577840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취소는 status: "cancelled"로만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DECISION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주요 의사결정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14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440680" cy="4754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맑은 고딕"/>
              </a:rPr>
              <a:t>🏗️  Architect 호출 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다음 중 하나라도 해당 시 Developer 이전에 호출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2919548"/>
            <a:ext cx="100584" cy="1005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83464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새 DB 테이블/스키마가 필요한 기능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358460"/>
            <a:ext cx="100584" cy="1005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273552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새 외부 API 연동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797372"/>
            <a:ext cx="100584" cy="1005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712464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기존 모듈 간 의존성 변경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236284"/>
            <a:ext cx="100584" cy="1005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151376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3개 이상 파일에 걸친 구조적 변경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4675196"/>
            <a:ext cx="100584" cy="1005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590288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보안/인증 관련 기능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600200"/>
            <a:ext cx="5056632" cy="475488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737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맑은 고딕"/>
              </a:rPr>
              <a:t>🔍  Reviewer 피드백 분류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2331720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4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75120" y="2496312"/>
            <a:ext cx="1051560" cy="502920"/>
          </a:xfrm>
          <a:prstGeom prst="roundRect">
            <a:avLst>
              <a:gd name="adj" fmla="val 8000"/>
            </a:avLst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532888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MUST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49631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맑은 고딕"/>
              </a:rPr>
              <a:t>반드시 수정해야 하는 항목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7889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테스트 존재·보안 취약점·에러 처리 누락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3520440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75120" y="3685032"/>
            <a:ext cx="1051560" cy="50292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721608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SHOULD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6850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맑은 고딕"/>
              </a:rPr>
              <a:t>강력히 권장되는 항목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97764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docstring·SRP·DRY·명명 규칙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4709160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75120" y="4873752"/>
            <a:ext cx="1051560" cy="502920"/>
          </a:xfrm>
          <a:prstGeom prst="roundRect">
            <a:avLst>
              <a:gd name="adj" fmla="val 8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910328"/>
            <a:ext cx="1051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CONSIDER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87375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맑은 고딕"/>
              </a:rPr>
              <a:t>개선 제안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1663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성능 최적화·확장성·로깅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팀원 온보딩 (3분 셋업)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15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91640"/>
            <a:ext cx="1097280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8562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템플릿 복사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1945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cp -r harness-template/ my-project/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90088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990088"/>
            <a:ext cx="1097280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154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실행 권한 + git init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493008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chmod +x .claude/hooks/*.sh init.sh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git init &amp;&amp; git add . &amp;&amp; git commit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88536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288536"/>
            <a:ext cx="1097280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44568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4531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/project:init 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791456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Planner가 요구사항 수집 →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CLAUDE.md · feature_list.json · init.sh 자동 작성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586984"/>
            <a:ext cx="1063447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586984"/>
            <a:ext cx="1097280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843016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7515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개발 시작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6089904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/project:start-session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D2Coding, Consolas, Menlo"/>
              </a:rPr>
              <a:t>→ 다음 Feature 선택 + in-progress 전환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CHEATSHEET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기본 명령어 4개 (Phase 1·2·3 업그레이드 13개는 §9~11)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16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1640"/>
            <a:ext cx="10634472" cy="594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562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명령어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8562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856232"/>
            <a:ext cx="3730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무엇을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86000"/>
            <a:ext cx="10634472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D2Coding, Consolas, Menlo"/>
              </a:rPr>
              <a:t>/project:init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60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프로젝트 처음 시작 시 1회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560320"/>
            <a:ext cx="3730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요구사항 수집 → 환경 자동 구성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00400"/>
            <a:ext cx="1063447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D2Coding, Consolas, Menlo"/>
              </a:rPr>
              <a:t>/project:start-session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4747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Claude Code 열 때마다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474720"/>
            <a:ext cx="3730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이전 인계 확인 + 다음 Feature 선택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114800"/>
            <a:ext cx="10634472" cy="9144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D2Coding, Consolas, Menlo"/>
              </a:rPr>
              <a:t>/project:handoff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389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세션 끝낼 때마다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389120"/>
            <a:ext cx="3730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커밋 + 인계 기록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029200"/>
            <a:ext cx="10634472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03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D2Coding, Consolas, Menlo"/>
              </a:rPr>
              <a:t>/project:status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5303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진행 상황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5303520"/>
            <a:ext cx="3730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전체 진행률 + 미완료 목록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</a:rPr>
              <a:t>핵심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2A37"/>
                </a:solidFill>
                <a:latin typeface="맑은 고딕"/>
              </a:rPr>
              <a:t>하네스는 에이전트가 아니라,</a:t>
            </a:r>
          </a:p>
          <a:p>
            <a:pPr algn="l"/>
            <a:r>
              <a:rPr sz="3600" b="1">
                <a:solidFill>
                  <a:srgbClr val="1F2A37"/>
                </a:solidFill>
                <a:latin typeface="맑은 고딕"/>
              </a:rPr>
              <a:t>에이전트를 둘러싼 시스템이다.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97680"/>
            <a:ext cx="347472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4526280"/>
            <a:ext cx="36576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66344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맑은 고딕"/>
              </a:rPr>
              <a:t>컨텍스트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0749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claude-progress.txt로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세션 간 인계 표준화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297680"/>
            <a:ext cx="347472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4526280"/>
            <a:ext cx="36576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466344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맑은 고딕"/>
              </a:rPr>
              <a:t>품질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0749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QA 에이전트 passes 독점 +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훅으로 무단 우회 차단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297680"/>
            <a:ext cx="3474720" cy="173736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4526280"/>
            <a:ext cx="36576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466344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맑은 고딕"/>
              </a:rPr>
              <a:t>재사용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0749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템플릿 복사만으로</a:t>
            </a:r>
          </a:p>
          <a:p>
            <a:pPr algn="l"/>
            <a:r>
              <a:rPr sz="1300" b="0">
                <a:solidFill>
                  <a:srgbClr val="1F2A37"/>
                </a:solidFill>
                <a:latin typeface="맑은 고딕"/>
              </a:rPr>
              <a:t>즉시 시작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093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6B7280"/>
                </a:solidFill>
                <a:latin typeface="맑은 고딕"/>
              </a:rPr>
              <a:t>감사합니다.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PHASE 1 UPGRADE · Safety / Learn /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프로젝트 로컬 안전장치 + 지식 누적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9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/project:freeze · unfreeze ·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편집 경계 + 안전 모드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4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freeze: 디렉토리 외 Edit/Write 차단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unfreeze: 경계 해제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guard: freeze + 파괴 명령 차단 통합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60020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78308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945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프로젝트 학습 누적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0604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JSONL append-only + tombstone 삭제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show / search / add / prune / stats / export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에이전트가 자동 기록 (pitfall·architecture 등)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6908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6908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519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/project:context-save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6344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구조화된 체크포인트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7492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YAML frontmatter + 4섹션 MD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Summary · Decisions · Remaining · Notes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파일명 timestamp prefix → 안정 정렬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06908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06908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2519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/project:context-restore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66344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체크포인트 복원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7492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모든 브랜치 대상 가장 최근 로드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cross-branch resume (worktree 대응)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frontmatter + 4섹션 자동 요약 출력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PHASE 2 UPGRADE · Autoplan / Ship / Retro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자동화 파이프라인 + 회고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10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/project:plan-full &lt;요구사항&gt;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Autoplan 파이프라인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4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Planner → Architect → Reviewer 체인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'설계 필요' 판정: DB·API·보안·3+ 파일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관련 learnings 사전 조회 → ADR 자동 작성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60020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78308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945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배포 전 리뷰 준비도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0604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git diff 정규식 분류 (8 카테고리)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UI·SECURITY·DB·API·INFRA 기반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필요한 리뷰만 추천 (untracked 포함)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6908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6908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519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/project:retro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6344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회고 + 통계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7492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analytics.jsonl 기간별 집계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--week · --month · --since FXXX · --all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리뷰 반복 3회+ → ESCALATION 후보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06908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06908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2519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handoff Step 7 · session-end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66344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자동 analytics 누적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7492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handoff 마다 이벤트 append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session_end · review_iteration 기록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retro 가 분석 — 별도 작업 불필요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43891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맑은 고딕"/>
              </a:rPr>
              <a:t>PHASE 3 UPGRADE · Brain (Cross-project)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맑은 고딕"/>
              </a:rPr>
              <a:t>SQLite 기반 영구 지식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98448"/>
            <a:ext cx="11091672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맑은 고딕"/>
              </a:rPr>
              <a:t>11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맑은 고딕"/>
              </a:rPr>
              <a:t>하네스 엔지니어링 템플릿 — harness-template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78308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/project:brain-sync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Cross-project 동기화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0604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learnings.jsonl + feature_list + ADRs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~/.harness/brain.db (Python sqlite3)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INSERT OR REPLACE — 멱등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0020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60020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78308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/project:brain-search &lt;q&gt;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1945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Cross-project 검색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0604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모든 프로젝트 learnings + ADRs + features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--project · --type 필터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빈 query + filter 조합 허용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6908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6908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519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/project:brain-stats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6344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Brain 통계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7492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전체 또는 --project 별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projects · learnings · features · ADRs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type 분포 · last sync 시각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069080"/>
            <a:ext cx="505663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4069080"/>
            <a:ext cx="182880" cy="228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25196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D2Coding, Consolas, Menlo"/>
              </a:rPr>
              <a:t>/project:brain-list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66344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맑은 고딕"/>
              </a:rPr>
              <a:t>등록 프로젝트 목록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5074920"/>
            <a:ext cx="45079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slug · path · remote URL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first_seen · last_seen 표시</a:t>
            </a:r>
          </a:p>
          <a:p>
            <a:pPr algn="l"/>
            <a:r>
              <a:rPr sz="1200" b="0">
                <a:solidFill>
                  <a:srgbClr val="1F2A37"/>
                </a:solidFill>
                <a:latin typeface="맑은 고딕"/>
              </a:rPr>
              <a:t>오래된 sync → 갱신 권장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